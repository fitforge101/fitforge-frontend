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3" r:id="rId19"/>
    <p:sldId id="274" r:id="rId20"/>
  </p:sldIdLst>
  <p:sldSz cx="14630400" cy="8229600"/>
  <p:notesSz cx="8229600" cy="14630400"/>
  <p:embeddedFontLst>
    <p:embeddedFont>
      <p:font typeface="Inter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739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96454"/>
            <a:ext cx="5670590" cy="1808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Fit-Forge</a:t>
            </a:r>
            <a:b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</a:b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Fitness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59604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Kubernetes Microservices Architecture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50701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Production-ready container orchestration for scalable fitness services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8336"/>
            <a:ext cx="92382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Microservices + Kubernetes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90743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8224" y="33251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51222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232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722852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service scaling based on demand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90743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51396" y="33251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51222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232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Modularity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722852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Decoupled services enable agile development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90743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74568" y="33251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51222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232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Reliability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722852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Self-healing pods ensure uptime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59382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Overcoming monolithic architecture limitations through containerized microservices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0570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90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Microservices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71380"/>
            <a:ext cx="35015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Frontend, Auth, User services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Agent, Nutrition, Workout services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tracking service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790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Infrastructure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371380"/>
            <a:ext cx="35015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Master Node, 2 Worker Nodes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HAProxy external load balancer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Gateway routing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670" y="448270"/>
            <a:ext cx="7333059" cy="73330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95988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Request Flow: User Authentication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Request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→ HAProxy external load balancer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Gateway Routing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Path-based routing to auth-service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validation and user lookup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Query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user document retrieval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Response Return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Authenticated response to client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53" y="545425"/>
            <a:ext cx="10711339" cy="71408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7837"/>
            <a:ext cx="68481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Networking Architecture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50244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084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Request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57473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initiates connection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50244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084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HAProxy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57473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load balancing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164449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298519"/>
            <a:ext cx="28900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Kubernetes Gateway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578893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Path-based routing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164449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2985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Service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578893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discovery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8606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599521" y="68606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46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57011"/>
            <a:ext cx="13042821" cy="38779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75307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&amp; DevOps Pipeline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10" y="285178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52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Kubernetes Secrets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credential storage for database passwords and API keys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98067" y="285178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7282" y="3109079"/>
            <a:ext cx="29964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Trivy Image Scanning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vulnerability scanning during Docker build process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3997762" y="4966038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914851" y="4972861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57325" y="5080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 Registry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57325" y="5631821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container image storage with version tagging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777282" y="5066705"/>
            <a:ext cx="33522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188720"/>
            <a:ext cx="10485120" cy="585216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188720"/>
            <a:ext cx="1048512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631388"/>
            <a:ext cx="7939564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Scaling &amp; Reliability Features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3" y="2321719"/>
            <a:ext cx="8290798" cy="4627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228" y="1897023"/>
            <a:ext cx="3598426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Horizontal Pod Autoscaler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228" y="2473762"/>
            <a:ext cx="4210288" cy="71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replica adjustment based on CPU/memory metrics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228" y="3417927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Liveness Probes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228" y="3994666"/>
            <a:ext cx="4210288" cy="71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checks restart unhealthy containers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38228" y="4938832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Readiness Probes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38228" y="5515570"/>
            <a:ext cx="4210288" cy="35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routing only to ready pods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38228" y="6099810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Rolling Updates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38228" y="6676549"/>
            <a:ext cx="4210288" cy="71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Zero-downtime deployments with gradual rollout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745" y="462439"/>
            <a:ext cx="8920758" cy="66608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2745" y="7282339"/>
            <a:ext cx="3878580" cy="48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endParaRPr lang="en-US" sz="3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76663"/>
            <a:ext cx="65559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Layer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52418"/>
            <a:ext cx="29753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MongoDB StatefulSet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73356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MongoDB instance via mongo-service StatefulSet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663440"/>
            <a:ext cx="35015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storage with PVC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document storage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ACID transaction support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3152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Redis Caching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42721" y="373356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 StatefulSet for high-speed data access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4663440"/>
            <a:ext cx="35015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management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result caching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limiting counters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820888" y="-3206932"/>
            <a:ext cx="7119256" cy="144997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1185"/>
            <a:ext cx="86286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Storage: PVC + NFS Integration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133951" y="2640568"/>
            <a:ext cx="6067663" cy="226814"/>
          </a:xfrm>
          <a:prstGeom prst="roundRect">
            <a:avLst>
              <a:gd name="adj" fmla="val 4200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3790" y="2413695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930" y="2583835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Pod Request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81142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requests persistent storage via PVC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768709" y="2300407"/>
            <a:ext cx="6067782" cy="226814"/>
          </a:xfrm>
          <a:prstGeom prst="roundRect">
            <a:avLst>
              <a:gd name="adj" fmla="val 4200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428548" y="2073533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8688" y="2243673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2980849"/>
            <a:ext cx="33105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PersistentVolume Claim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471267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binds PVC to available PV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1133951" y="5194935"/>
            <a:ext cx="6067663" cy="226814"/>
          </a:xfrm>
          <a:prstGeom prst="roundRect">
            <a:avLst>
              <a:gd name="adj" fmla="val 4200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93790" y="4968061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930" y="5138202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875377"/>
            <a:ext cx="36450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StorageClass Provisioning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365796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volume creation with StorageClass parameters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768709" y="4854773"/>
            <a:ext cx="6067782" cy="226814"/>
          </a:xfrm>
          <a:prstGeom prst="roundRect">
            <a:avLst>
              <a:gd name="adj" fmla="val 4200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7428548" y="4627900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8688" y="4798040"/>
            <a:ext cx="340162" cy="3401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5352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NFS Backend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02563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File System provides shared storage backend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43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006804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8572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Prometheus Metrics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47686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metrics collection for all services, nodes, and infrastructure components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3006804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857268"/>
            <a:ext cx="28383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Grafana Dashboards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4347686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performance metrics, request rates, error rates, and system health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93790" y="5442023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793790" y="581810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endParaRPr lang="en-US" sz="3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05B9B4-6315-7359-35CC-B78355B30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4630400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465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66" y="611267"/>
            <a:ext cx="12655868" cy="59988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0334" y="6930390"/>
            <a:ext cx="5502473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endParaRPr lang="en-US" sz="4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951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20189"/>
            <a:ext cx="30480" cy="1389102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337</Words>
  <Application>Microsoft Office PowerPoint</Application>
  <PresentationFormat>Custom</PresentationFormat>
  <Paragraphs>105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Inter Light</vt:lpstr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aswin satheesh</dc:creator>
  <cp:lastModifiedBy>Preethi Krishnamurthy(UST,IN)</cp:lastModifiedBy>
  <cp:revision>5</cp:revision>
  <dcterms:created xsi:type="dcterms:W3CDTF">2026-04-01T07:36:48Z</dcterms:created>
  <dcterms:modified xsi:type="dcterms:W3CDTF">2026-04-11T05:14:56Z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2026-04-11T05:14:53Z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bdb05788-52e7-4eda-a7ca-56f2290993c1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